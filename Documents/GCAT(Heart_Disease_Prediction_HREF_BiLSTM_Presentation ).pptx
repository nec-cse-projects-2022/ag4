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Heart Disease Prediction through Hybrid LSTM and HREF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Conference Presentation</a:t>
            </a:r>
          </a:p>
          <a:p>
            <a:r>
              <a:t>Authors: Dr. Sireesha Moturi, Srilakshmi Mutyam, Durga Vyshnavi Grandhisila, Rabia Basri Shaik Kagaji, Geeta Padole, S. Vasundhara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Cardiovascular diseases are a leading cause of death globally. This study presents a hybridized model combining Bidirectional LSTM (BiLSTM) and Hybrid Refined Ensemble Framework (HREF) for heart disease prediction. Using the Cleveland dataset, the model achieved 94.7% accuracy with ROC-AUC 0.9474, demonstrating improved diagnostic reliability through data preprocessing, class balancing, and ensemble deep learning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Cardiovascular diseases cause 17.9 million deaths annually.</a:t>
            </a:r>
          </a:p>
          <a:p>
            <a:r>
              <a:t>• Traditional diagnostic methods often miss hidden patterns.</a:t>
            </a:r>
          </a:p>
          <a:p>
            <a:r>
              <a:t>• Deep learning (DL) and machine learning (ML) improve predictive diagnosis.</a:t>
            </a:r>
          </a:p>
          <a:p>
            <a:r>
              <a:t>• This work develops a hybrid BiLSTM + HREF model for reliable heart disease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Hybrid Diagnostic Model combining BiLSTM with HREF for enhanced accuracy.</a:t>
            </a:r>
          </a:p>
          <a:p>
            <a:r>
              <a:t>2. Improved Data Preprocessing Pipeline using normalization and SMOTEENN.</a:t>
            </a:r>
          </a:p>
          <a:p>
            <a:r>
              <a:t>3. Adapted LSTM for structured (tabular) medical data.</a:t>
            </a:r>
          </a:p>
          <a:p>
            <a:r>
              <a:t>4. Hierarchical Relevance Ensemble (HREF) combining RF, AdaBoost, and SVM for robustness.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Studies show hybrid ML-DL models outperform traditional classifiers.</a:t>
            </a:r>
          </a:p>
          <a:p>
            <a:r>
              <a:t>• SMOTE-ENN balancing and stacking ensemble improve class imbalance.</a:t>
            </a:r>
          </a:p>
          <a:p>
            <a:r>
              <a:t>• Feature engineering and metaheuristic optimization enhance prediction.</a:t>
            </a:r>
          </a:p>
          <a:p>
            <a:r>
              <a:t>• Transformer-based models like CardioTabNet show advanced clinical data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Hybrid BiLSTM-HREF framework includes:</a:t>
            </a:r>
          </a:p>
          <a:p>
            <a:r>
              <a:t>• Data Selection: Cleveland dataset (303 records, 14 features).</a:t>
            </a:r>
          </a:p>
          <a:p>
            <a:r>
              <a:t>• Data Preprocessing: Outlier removal, normalization, SMOTEENN balancing.</a:t>
            </a:r>
          </a:p>
          <a:p>
            <a:r>
              <a:t>• BiLSTM captures temporal feature dependencies.</a:t>
            </a:r>
          </a:p>
          <a:p>
            <a:r>
              <a:t>• HREF combines ensemble classifiers for final refined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used:</a:t>
            </a:r>
          </a:p>
          <a:p>
            <a:r>
              <a:t>• Accuracy – Overall correct predictions.</a:t>
            </a:r>
          </a:p>
          <a:p>
            <a:r>
              <a:t>• Precision – Ratio of correct positive predictions.</a:t>
            </a:r>
          </a:p>
          <a:p>
            <a:r>
              <a:t>• Recall – Model’s ability to identify actual positives.</a:t>
            </a:r>
          </a:p>
          <a:p>
            <a:r>
              <a:t>• F1-score – Harmonic mean of precision and recall.</a:t>
            </a:r>
          </a:p>
          <a:p>
            <a:r>
              <a:t>• ROC-AUC – Class separability measure.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BiLSTM achieved 90.6% accuracy (ROC-AUC 0.93).</a:t>
            </a:r>
          </a:p>
          <a:p>
            <a:r>
              <a:t>• Hybrid HREF + BiLSTM achieved 94.7% accuracy and ROC-AUC 0.9474.</a:t>
            </a:r>
          </a:p>
          <a:p>
            <a:r>
              <a:t>• Precision, recall, and F1-score ≈ 0.93–0.95.</a:t>
            </a:r>
          </a:p>
          <a:p>
            <a:r>
              <a:t>• Model showed excellent generalization with minimal overfitting.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and ROC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Confusion matrix shows high accuracy with minimal false positives/negatives.</a:t>
            </a:r>
          </a:p>
          <a:p>
            <a:r>
              <a:t>• ROC curve approaches the top-left corner, AUC ≈ 1.0.</a:t>
            </a:r>
          </a:p>
          <a:p>
            <a:r>
              <a:t>• Indicates strong class discrimination and robust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hybrid BiLSTM-HREF model achieved 94.7% accuracy and 0.9474 ROC-AUC.</a:t>
            </a:r>
          </a:p>
          <a:p>
            <a:r>
              <a:t>• Effective integration of deep learning and ensemble techniques.</a:t>
            </a:r>
          </a:p>
          <a:p>
            <a:r>
              <a:t>• Future work includes:</a:t>
            </a:r>
          </a:p>
          <a:p>
            <a:r>
              <a:t>  – Larger datasets with diverse clinical parameters.</a:t>
            </a:r>
          </a:p>
          <a:p>
            <a:r>
              <a:t>  – Integration of transformer and attention-based models.</a:t>
            </a:r>
          </a:p>
          <a:p>
            <a:r>
              <a:t>  – Real-time clinical implementation with privacy-preserving methods.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